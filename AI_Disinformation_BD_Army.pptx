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Misinformation and Disinformation: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Threats, Impacts &amp; Countermeasures at the Tactical Level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Army | Research Paper | Defence Services Command and Staff College, Mirpur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4622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Army | Defence Services Command and Staff College |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96012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Introduction, Objectives &amp; Conceptual Framework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72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1572768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Misinformation: Concepts, Mechanisms &amp; Present State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854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2185416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at the Tactical Level of Bangladesh Army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2798064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at the Tactical Level of Bangladesh Army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410712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3410712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Countermeasures, Mitigation Strategies &amp; Organisational Responses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402336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Recommendations &amp; Future Research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Introduction, Objectives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Conceptual Framework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Study Matters: The Changing Information Battlefield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technologies have democratised sophisticated information warfare capabilities once reserved for state actors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Deepfakes, voice cloning, LLMs, and bot networks can now be deployed with minimal cost and expertise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conflicts (Ukraine, Gaza, Myanmar) demonstrate active AI-driven disinformation operations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Army tactical formations face specific and underexamined vulnerabilities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level — platoon to brigade — operates under time pressure with limited verification capability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doctrine, training, and technology do not adequately address the AI disinformation threat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provides the first comprehensive analysis of this threat in the Bangladesh Army context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concepts, mechanisms, and typologies of AI-generated misinformation in military contexts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categorise specific threats at the tactical level of Bangladesh Army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operational, psychological, C3, and reputational impacts on tactical formations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comprehensive and actionable countermeasure framework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policy actions and future research directions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Platoon to Brigade level | Bangladesh operational context | Open-source methodology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Systematic literature review | Case study analysis | Doctrinal analysis | Comparative study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ENVIRONMENT (IE) FRAMEWORK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Domain: Platforms and systems transmitting information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Informational Domain: Content and flow of information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Domain: The minds of those who receive and act on information (PRIMARY TARGET)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DIME-FIL MODEL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Informational element wielded through military means at tactical level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Acknowledges connections to broader national security apparatus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WARFARE THEORY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decision-making processes without physical confrontation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disinformation is the primary tool of cognitive warfare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Informs impact analysis and countermeasure design throughout this study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Misinformation: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Mechanisms &amp; Present State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 vs. Disinformation: Key Distinctions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False/inaccurate info spread WITHOUT intent to deceive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Spreader genuinely believes content is 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arise from honest battlefield reporting errors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Equally dangerous operationally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human error, confusion, unverified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Soldier shares fabricated video believing it real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info spread WITH deliberate intent to deceive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by actors seeking specific objectives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weaponised, purposive act of information warfare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Military, political, or psychological objectives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adversaries, hostile state/non-state actors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Enemy fabricates withdrawal order via voice clone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Disinformation Threat: By the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sec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sample needed for convincing voice clone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many high-quality deepfake tools (open source)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best AI deepfake detectors (vs. 100% needed)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743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for disinformation to achieve virality on social media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130M+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461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users in Bangladesh (primary attack surface)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advantage: disinformation spreads 6× faster than corrections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Mechanisms Used in Information Warfare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TECHNOLOGY (GANs / Diffusion Models)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synthetic video/audio of commanders, soldiers, officials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DeepFaceLab, FaceSwap — accessible to non-experts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LLaMA, Claude — generate convincing text at scale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reports, fake orders, PSYOP content, phishing, propaganda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seconds of audio sufficient to clone voice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impersonate commanding officers on radio/phone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IMAGERY &amp; DOCUMENT FORGERY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Diffusion, Midjourney — fake satellite imagery, forged orders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BOT NETWORKS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Amplify content to simulate widespread organic spread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Present State: Active Deployments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RUSSIA-UKRAINE (2022-PRESENT): First large-scale AI info warfare in conventional conflict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of President Zelenskyy 'ordering surrender' — viral but debunked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casualty footage, fabricated atrocity reports on both sides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MYANMAR: AI-generated content documented by UN Fact-Finding Mission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imagery and voice messages fuelled ethnic violence with military consequences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GAZA (2023-PRESENT): AI-generated content complicates damage assessment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casualty imagery, fabricated news clips circulated widely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AFRICA: Al-Shabaab and Wagner-affiliated actors use AI content to undermine government military credibility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ASIA: High social media penetration + lower digital literacy = high vulnerability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Bangladesh: Facebook dominant, history of viral misinformation with real-world consequences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at the Tactical Level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Bangladesh Army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Primary Threat Categories at Tactical Level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ORDERS &amp; COMMAND IMPERSONATION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cloning used to issue fabricated withdrawal, ceasefire, or mission change orders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dangerous during night operations or high-tempo phases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CASUALTY &amp; ATROCITY REPORTS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imagery of friendly casualties or civilian deaths attributed to BD Army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political pressure, operational changes, legal scrutiny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MANIPULATION OF INTELLIGENCE PRODUCTS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satellite imagery, recon images, tactical maps — false enemy dispositions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Misled commanders assault clear positions or avoid occupied ones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OPERATIONS AGAINST UNIT COHESION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social media posts from soldiers' families; forged misconduct allegations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exploiting ethnic/religious tensions within units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Categories (continued) &amp; Threat Actors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PERSONNEL TARGETING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AI-enhanced OSINT identifies soldiers with financial distress, family problems, past issues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blackmail or manipulation to create insider threats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DECEPTION OPERATIONS (TACDECEPTION)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radio traffic implying false unit positions or non-existent reinforcements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enemy orders designed to be 'captured' and acted upon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ACTORS: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Actors: Regional powers with sophisticated AI capabilities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Non-State Armed Groups: Chittagong Hill Tracts and cross-border networks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Terrorist Organisations: Domestic and internationally linked groups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Networks: Protection of border smuggling / corruption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Political Actors: Political warfare strategies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Risk Matrix — Bangladesh Army Tactical Level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84048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Vector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868680"/>
            <a:ext cx="164592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868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164592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68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868680"/>
            <a:ext cx="164592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868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3441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441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Clone / False 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1344168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44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344168"/>
            <a:ext cx="1645920" cy="475488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344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344168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344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819656"/>
            <a:ext cx="38404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19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Intel Products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1819656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8196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819656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8196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1819656"/>
            <a:ext cx="1645920" cy="475488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8196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29514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295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PSYOP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2295144"/>
            <a:ext cx="1645920" cy="475488"/>
          </a:xfrm>
          <a:prstGeom prst="rect">
            <a:avLst/>
          </a:prstGeom>
          <a:solidFill>
            <a:srgbClr val="FFB3B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2951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2295144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2951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2295144"/>
            <a:ext cx="1645920" cy="475488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22951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2770632"/>
            <a:ext cx="38404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7706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Video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0" y="2770632"/>
            <a:ext cx="16459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77063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60720" y="2770632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77063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06640" y="2770632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277063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24612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2461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Forgery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0" y="3246120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246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760720" y="3246120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246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06640" y="3246120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3246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721608"/>
            <a:ext cx="38404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7216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Network Amplification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114800" y="3721608"/>
            <a:ext cx="1645920" cy="475488"/>
          </a:xfrm>
          <a:prstGeom prst="rect">
            <a:avLst/>
          </a:prstGeom>
          <a:solidFill>
            <a:srgbClr val="FFB3B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37216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60720" y="3721608"/>
            <a:ext cx="16459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37216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06640" y="3721608"/>
            <a:ext cx="1645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37216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Vulnerabilities of Bangladesh Army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SYSTEM VULNERABILITIES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real-time authentication protocols in radio communications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phones used in coordination roles — attack surface for voice cloning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security standards across multi-agency operations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&amp; ORGANISATIONAL VULNERABILITIES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 during high-tempo ops reduces scrutiny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tendency to trust digital content (photos, video, documents)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media literacy in current training curricula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culture may increase credibility of impersonated command comms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SYSTEM VULNERABILITIES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routine AI detection screening of intelligence products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OSINT/social media reliance increases false information exposure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pressure compresses verification in tactical intelligence cycles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at the Tactical Level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Bangladesh Army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and Psychological Impacts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failure — units acting on false intelligence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tempo disruption — verification overhead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Fratricide risk — false friendly force positions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misallocation — responding to phantom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paralysis — commanders uncertain of reality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situational awareness throughout operation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IMPACTS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anxiety — cannot trust information inputs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of confidence in command communications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cohesion damage — fabricated misconduct allegations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effectiveness degraded — additional burden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distress — disinformation targeting home communities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trauma — failure linked to acted-upon disinformation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Command, Control &amp; Communication (C3) Disruption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AUTHORITY EROSION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Soldiers questioning authenticity of communications undermines entire command chain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communications is foundational to military effectiveness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PROCESS CONTAMINATION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+ time pressure = reduced individual item scrutiny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tailored to match authentic reporting formats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OSINT provides multiple insertion points for false intelligence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SECURITY DEGRADATION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procedures add time/complexity during critical operations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implementation under stress is likely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FAILURES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 exploiting seams between units, agencies, allied forces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liaison reports create life-threatening coordination gaps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and Reputational Consequences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PEACEKEEPING OPERATIONS (UNPKO) REPUTATION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Army is one of the world's largest troop contributors (UN PKO)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human rights violations or misconduct footage could: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Trigger UN investigation | Cause contingent withdrawal | Damage bilateral relationships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CIVIL-MILITARY RELATIONS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evidence of military misconduct erodes public trust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political pressure constraining military operational freedom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rights scrutiny from domestic and international civil society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partnerships, training exchanges, equipment acquisitions at risk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Reputational damage significantly easier to inflict than to repair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TRUST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erosion of internal (soldiers ↔ command) and external (public ↔ military) trust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 recruitment, retention, political support, and operational effectiveness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Severity Assessment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Level: False Orders / Mission Failure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Intelligence Contamination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Unit Cohesion Damage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743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Time: Institutional Trust Damage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461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 UNPKO Reputation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 of C3 Authority Erosion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Countermeasures, Mitigation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&amp; Organisational Responses</a:t>
            </a:r>
            <a:endParaRPr lang="en-US" sz="3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Countermeasure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 | Bangladesh Army Research Paper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920240" cy="3246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5448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Authentication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Watermarking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Comms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50592" y="1463040"/>
            <a:ext cx="1920240" cy="3246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55448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Warfare Doctrine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Quarantine Proc.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IPB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463040"/>
            <a:ext cx="1920240" cy="3246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55448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BMA/DSCSC Modules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Unit-Level Exercises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Tabletop Scenarios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Awareness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03136" y="9144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03136" y="1463040"/>
            <a:ext cx="1920240" cy="3246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94576" y="155448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IVC at Bde/Div/AHQ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Warfare Regt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Inter-Agency Task Force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Coord.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Countermeasures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AND VERIFICATION TOOLS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Detection: Physiological signals analysis, inconsistency detection (facial micro-movements)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Authentication: Real-time flag of statistical signatures of voice cloning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Tools: Identify machine-generated text in intelligence products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Watermarking: All official video/audio/imagery watermarked at creation point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COMMUNICATION SYSTEMS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Encrypted Communications at tactical level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Authentication for command communications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Authentication Codes: One-time codes from pre-distributed code books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Communication Channels: Cross-verify across architecturally different channels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MANAGEMENT SYSTEMS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Content Screening: AI detection as standard processing step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Provenance Tracking: Metadata on collection, verification status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Doctrinal and Procedural Responses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WARFARE DOCTRINE (Priority: CRITICAL | Timeline: 0-12 months)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IE threats | Establish command responsibilities at all levels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info warfare into all planning processes | Set evidence standards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VERIFICATION SOPs (Priority: CRITICAL | Timeline: 0-6 months)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challenges for all non-standard channel orders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verification before acting on unverified intelligence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procedures for suspected disinformation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QUARANTINE PROCEDURES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Verification Officer (IVO) at battalion level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guidance with defined thresholds and time limits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escalation to higher intelligence nodes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INTO EXISTING PROCESSES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process, IPB, COMSEC planning, OPSEC, Counter-Intelligence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Awareness Programs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PRE-COMMISSION AND PME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BMA: AI awareness integrated into cadet training and tactical problems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DSCSC: Advanced modules for senior officers — information warfare doctrine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NDC: Strategic-level analysis — whole-of-government information warfare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UNIT-LEVEL TRAINING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identification exercises using real AI-generated content samples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Tabletop exercises with disinformation injection into tactical scenarios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authentication drills under time pressure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discipline training — responsible use, not blanket prohibition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RESILIENCE TRAINING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Inoculation training: Brief exposure + coping strategies build resilience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inoculation: High-uncertainty decision environments in training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 and cognitive bias recognition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&amp; COMMUNITY AWARENESS: Pre-deployment briefings for military families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 Framework: Information Verification Cells (IVC)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BRIGADE-LEVEL IVC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Establishment: 1 x Major (IC), 2 x Captain, 2 x NCO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Tasks: Unit-level screening, suspicious content triage, counter-narrative support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Equipment: AI detect workstations, secure comms, social media monitoring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DIVISION-LEVEL IVC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Establishment: 1 x Lt Col (IC), 3 x Major, 4 x Captain, 6 x NCO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Tasks: Threat analysis, technical verification, reporting to Bde IVCs, agency coordination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HEADQUARTERS IVC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Establishment: 1 x Brigadier (Director), 2 x Colonel, 6 x Lt Col+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Tasks: Doctrine development, national coordination, international liaison, capability development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RECOMMENDED: Dedicated Information Warfare Regiment/Directorate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Information Warfare Task Force (whole-of-government coordination)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Recommendations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Future Research Directions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of the Study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AI disinformation is a critical, growing, and present threat — not hypothetical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Tactical level is especially vulnerable due to time pressure, trust-based comms, info scarcity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Impacts are multi-dimensional — operational, psychological, C3, and institutional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4: Bangladesh Army faces specific, identifiable vulnerabilities in its current posture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social media penetration | No AI detection capability | No info warfare doctrine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Trust-based communication authentication | Limited training on AI threats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5: Effective countermeasures require a multi-layered approach — no single solution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+ Doctrine + Training + Organisation must be addressed simultaneously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cognitive resilience is as important as technical solutions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6: Bangladesh Army is not alone — international engagement can accelerate capability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Immediate and Short-Term Actions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1 (IMMEDIATE — 60 DAYS)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Directive establishing interim authentication procedures for tactical command communications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authentication challenges for all orders through non-standard channels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2 (SHORT-TERM — 0-6 MONTHS)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HQ Working Group to develop comprehensive Information Warfare Doctrine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Representatives from Int, Signal, Training, Ops Directorates + DSCSC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3 (SHORT-TERM — 0-12 MONTHS)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COs conduct minimum one AI disinformation awareness exercise per year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development and distribution of training materials to all units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4 (SHORT-TERM — 0-12 MONTHS)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BMA, DSCSC, NDC, NCO school curricula with dedicated info warfare modules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exercises integrated into existing tactical training programmes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Medium-Term Actions and Future Research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VI | Bangladesh Army Research Paper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5 (MEDIUM-TERM — 1-2 YEARS)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Information Verification Cells at Brigade, Division, Corps/AHQ levels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6 (MEDIUM-TERM — 1-2 YEARS)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 AI detection capabilities for text, audio, video, and imagery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into tactical intelligence processing systems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7 (MEDIUM-TERM — 2-3 YEARS)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National Information Warfare Task Force (whole-of-government)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international partners (US, UK, India) for intelligence sharing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8 (ONGOING)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review mechanism for countermeasure adequacy vs. evolving threat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RESEARCH: Empirical vulnerability assessment | Technology evaluation for BD context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behaviour study | Psychological resilience measurement | Legal framework analysis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disinformation represents a critical and immediate threat to Bangladesh Army tactical formations.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threat is real, growing, and being actively employed in conflicts around the world.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Army must act now — through doctrine, training, technology, and organisation — to build the resilience needed to operate effectively in the AI-contested information environment of modern warfare.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4622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| Bangladesh Army | Defence Services Command and Staff College |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AI-Generated Misinformation and Disinformation</dc:title>
  <dc:subject>PptxGenJS Presentation</dc:subject>
  <dc:creator>Bangladesh Army</dc:creator>
  <cp:lastModifiedBy>Bangladesh Army</cp:lastModifiedBy>
  <cp:revision>1</cp:revision>
  <dcterms:created xsi:type="dcterms:W3CDTF">2026-06-30T10:41:10Z</dcterms:created>
  <dcterms:modified xsi:type="dcterms:W3CDTF">2026-06-30T10:41:10Z</dcterms:modified>
</cp:coreProperties>
</file>